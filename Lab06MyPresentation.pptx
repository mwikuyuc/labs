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A9C712-7E0D-4501-9D14-CF1C10E9B10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72FB00-1809-4B0D-9F9D-EE537A3F480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F905D5-C7A0-44E7-8583-8F3C032D32E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EC84BA-7623-4327-B1B9-7C56C39E270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ADFE52-13F9-4761-9E14-1357686EEB6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FAC127-FDAD-4A10-B823-F8B6E05B843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68F626-5667-403D-9140-CFA929C7C57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92DFBF-FB5E-499D-8F3D-87993217E03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694E6B-F33E-452F-B64F-C90DE0A3994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19DC35-5788-4AB1-A832-BA965F4E621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386D55-8180-4DCB-B36B-C8D34E1BEAB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Лабораторная работа №6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Основы командной строки Unix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Мвикую Кристиан Кристофер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Цель работы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Приобретение практических навыков взаимодействия с системой на уровне командной строки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Навигация и просмотр файлов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```bash pwd # где я? cd /tmp # перейти в /tmp ls -la # подробный список всех файлов ls -F # показать типы файлов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Picture 1" descr="S5.png"/>
          <p:cNvPicPr/>
          <p:nvPr/>
        </p:nvPicPr>
        <p:blipFill>
          <a:blip r:embed="rId1"/>
          <a:stretch/>
        </p:blipFill>
        <p:spPr>
          <a:xfrm>
            <a:off x="3568680" y="1181160"/>
            <a:ext cx="5105160" cy="1904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Вывод команды ls -la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Работа с каталогами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112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mkdir newdir # создать каталог mkdir newdir/morefun # создать подкаталог rmdir newdir/morefun # удалить пустой подкаталог rm -r newdir # удалить каталог с содержимым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Picture 1" descr="S13.png"/>
          <p:cNvPicPr/>
          <p:nvPr/>
        </p:nvPicPr>
        <p:blipFill>
          <a:blip r:embed="rId1"/>
          <a:stretch/>
        </p:blipFill>
        <p:spPr>
          <a:xfrm>
            <a:off x="3568680" y="1752480"/>
            <a:ext cx="5105160" cy="7743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Создание каталога newdir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Поиск опций в man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 ls # открыть руководство /recursive # поиск опции -R /t # поиск опции -t q # выход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Picture 1" descr="S19.png"/>
          <p:cNvPicPr/>
          <p:nvPr/>
        </p:nvPicPr>
        <p:blipFill>
          <a:blip r:embed="rId1"/>
          <a:stretch/>
        </p:blipFill>
        <p:spPr>
          <a:xfrm>
            <a:off x="3568680" y="939960"/>
            <a:ext cx="5105160" cy="2400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 ls (опция -R)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История команд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history # показать историю !896 # выполнить команду №896 !896:s/a/l # изменить a на l в команде 896 !! # повторить последнюю команду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1" descr="S42.png"/>
          <p:cNvPicPr/>
          <p:nvPr/>
        </p:nvPicPr>
        <p:blipFill>
          <a:blip r:embed="rId1"/>
          <a:stretch/>
        </p:blipFill>
        <p:spPr>
          <a:xfrm>
            <a:off x="3568680" y="863640"/>
            <a:ext cx="5105160" cy="2552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Модификация команды !896:s/a/l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Права доступа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touch testfile # создать файл ls -l testfile # показать права: -rw-r–r– chmod u+x testfile # добавить выполнение владельцу chmod 644 testfile # установить rw-r–r–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1" descr="S44.png"/>
          <p:cNvPicPr/>
          <p:nvPr/>
        </p:nvPicPr>
        <p:blipFill>
          <a:blip r:embed="rId1"/>
          <a:stretch/>
        </p:blipFill>
        <p:spPr>
          <a:xfrm>
            <a:off x="3568680" y="1574640"/>
            <a:ext cx="5105160" cy="11426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Создание файла testfile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Основные команды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Команда Назначение pwd показать текущий каталог cd перейти в каталог ls показать содержимое mkdir создать каталог rmdir удалить пустой каталог rm -r удалить каталог с содержимым man справка по команде history история команд chmod изменить права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Выводы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Освоены основные команды навигации и работы с файлами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Изучена работа со справочной системой man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Научились использовать историю команд для повторного выполнения и модификации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Изучены права доступа и команда chmod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Приобретены навыки эффективной работы в командной строке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86160" y="114300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Спасибо за внимание!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2026-03-21T12:20:00Z</dcterms:created>
  <dc:creator>Мвикую Кристиан Кристофер</dc:creator>
  <dc:description/>
  <dc:language>en-US</dc:language>
  <cp:lastModifiedBy/>
  <dcterms:modified xsi:type="dcterms:W3CDTF">2026-03-21T15:24:12Z</dcterms:modified>
  <cp:revision>1</cp:revision>
  <dc:subject/>
  <dc:title>Лабораторная работа №6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format">
    <vt:lpwstr/>
  </property>
  <property fmtid="{D5CDD505-2E9C-101B-9397-08002B2CF9AE}" pid="4" name="subtitle">
    <vt:lpwstr>Основы командной строки Unix</vt:lpwstr>
  </property>
</Properties>
</file>